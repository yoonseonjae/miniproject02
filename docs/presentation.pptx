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7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9BCA4-429E-B830-7198-CB2258706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3BF648-8972-E313-8239-A61C65B22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356DB2-A4F9-FB3F-E430-97134608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2B75-8CD0-4FF1-ABC2-44287E668ABF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E3B3BB-ACFC-3AB9-1B62-3C9150BEF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71BD2D-10F2-B066-E06A-3C095A169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E3A-69FE-4661-94F1-1F1532D0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915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9D8D5-CFF7-2E57-F35A-61E30D451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75726D-C84C-BEFE-0CA1-60FBCBAB2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B965E2-B5E8-1E17-A3C0-BE6B09D9C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2B75-8CD0-4FF1-ABC2-44287E668ABF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908F27-B09A-755C-854D-7455AF64B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6A988-1B49-5C67-0B32-E23D6808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E3A-69FE-4661-94F1-1F1532D0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610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876BDB-9818-EDEE-27A0-4C00BB16B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B3E26F-518B-AFE8-3C33-93C2A0038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D1451B-9E81-F1C4-1DE8-512FE4BC2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2B75-8CD0-4FF1-ABC2-44287E668ABF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ADBA0A-6D1A-420E-6BE6-E8866E73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249CD5-1308-648E-6679-0236C765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E3A-69FE-4661-94F1-1F1532D0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35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F1047-8840-3AD1-3689-E5C195E8F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2AE8DA-1025-8C3D-DA06-220CC5A3B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A5F093-6DE5-044B-E841-723AC218A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9F9DF2-D32B-3180-AAC1-B71BEA79F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2B75-8CD0-4FF1-ABC2-44287E668ABF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36E1F2-6125-402F-CDE2-C07475A1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D185E0-CA59-FACA-AC47-565422D4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E3A-69FE-4661-94F1-1F1532D0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267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B7E813-0694-D229-462D-415B8AF2F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E6553D-180B-DC93-45DC-8DB36FBAD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9168D1-AA23-C3A0-8AE2-820A66376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4EDAD4E-4CDF-EDDA-41C0-5137C87C7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AE4586-8224-B1BF-D2A9-C35B334E8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E5D3E8-1165-F9CF-6A0E-B15F7482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2B75-8CD0-4FF1-ABC2-44287E668ABF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4C7BAD-7932-772A-6FF3-20233C6A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73339C-665B-7A0C-789B-29B69A07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E3A-69FE-4661-94F1-1F1532D0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88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87D370-85F9-1169-45AA-DD5EDF0AB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BC5F39-F2BF-B954-7E52-62FC2CCC0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2B75-8CD0-4FF1-ABC2-44287E668ABF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463129-F385-336A-D855-52ECCDEF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C1EAAE-2DC3-8292-F056-0234F36B4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E3A-69FE-4661-94F1-1F1532D0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171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A6D55A-96AB-28B2-7E5E-60F55BA4B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2B75-8CD0-4FF1-ABC2-44287E668ABF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0683ED-20D3-7173-A534-A3FFF2E32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E9459B-6BE8-1CE4-1FF0-635B8FF08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E3A-69FE-4661-94F1-1F1532D0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71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5D457-4225-C025-031A-E152A6031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10A9F2-B0D7-9164-4B6F-CDDD8213F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0DBAF0-837F-96E8-AF12-B2895374B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618ABF-D4E1-A016-0A00-2EA5190F6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2B75-8CD0-4FF1-ABC2-44287E668ABF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3B21B6-F556-5102-0E69-37456FCC4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B4220C-D415-ACC3-B5E8-B28EF9E76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E3A-69FE-4661-94F1-1F1532D0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211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14F37F-7A6D-4F97-5B57-A4A4360E6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FE1275-2B47-405F-CCA9-64E23F60A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3AF1AD-E554-6A21-B79B-1D3D8675F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C2B2A0-014F-F77F-B1A2-54F825D5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2B75-8CD0-4FF1-ABC2-44287E668ABF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BB216C-BF94-3DBB-B2A8-8869E9D8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B0DC10-1096-B5C6-C7C3-660BAC48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E3A-69FE-4661-94F1-1F1532D0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47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1DA62C-E0EC-43CB-CE9D-EDF7DDAB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FACB62-C4E7-1959-49AB-ED6B1BFAB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09D79E-C88F-8388-AE7E-915080224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2B75-8CD0-4FF1-ABC2-44287E668ABF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D7BCE-232B-47AD-38EB-F7385B90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8BCC90-4325-DB44-4E3C-2A2DE947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E3A-69FE-4661-94F1-1F1532D0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57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053DCC-5602-4951-BD41-8EA0A44C7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5373C1-FE65-8172-BEAD-43B095E93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CEF77C-C222-62A3-1784-07007C81D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2B75-8CD0-4FF1-ABC2-44287E668ABF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933AE8-8651-8CB7-3438-F8E0CC425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E9DC68-8AC9-7A8F-8369-20C4BD7A2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E3A-69FE-4661-94F1-1F1532D0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657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314566-E4F9-CEAF-F9B8-DFA953C93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E23837-AA99-B191-526C-1976B8733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143F85-9566-5B6F-63F9-81A27BDC2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B2B75-8CD0-4FF1-ABC2-44287E668ABF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1EE65F-57D7-74F4-AB0C-52CEE4F03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443D95-90B7-FA26-0B1B-4FAF23270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6DE3A-69FE-4661-94F1-1F1532D0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609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D34A93A-673B-8F79-84D2-05582120C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7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DAFC681-647B-22EC-568A-F2592BA81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78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822748-B773-7285-F739-C62DF5BC7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B9AB7F-68D9-BEE8-0979-2ECFD4FF9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63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C6827-FA7B-CD46-783E-4AC558860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87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1804BF-8FBF-67DF-D5F0-E5A97E9B2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71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352F3E-B432-0FBB-59AB-59696EE89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83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01EBDC2-0D17-D89C-08F6-DED0BB38A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408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AC635A-1D68-0042-6C73-B06710E7B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93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5BB3ED-B2F2-CFBB-8D3D-F741748B2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11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1C5422-C7BC-8F47-A399-17823D70F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164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068643-A894-953F-04EA-467FD8282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579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D97730-0E64-8EA2-6E12-176DD8E1E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22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E47D5D-7769-A896-8876-9076B8FDF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0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1610E56-9E6F-DDDD-0D76-6AD896802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11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0C3D7F-FB85-93C0-A791-2F296F5D9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77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D0810D-CCFD-7B32-A060-EC0B48FAD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265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BAFA6D1-FD2D-45E9-D44D-8AF5B52ED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41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선재 윤</dc:creator>
  <cp:lastModifiedBy>선재 윤</cp:lastModifiedBy>
  <cp:revision>1</cp:revision>
  <dcterms:created xsi:type="dcterms:W3CDTF">2026-01-04T05:32:17Z</dcterms:created>
  <dcterms:modified xsi:type="dcterms:W3CDTF">2026-01-04T05:34:16Z</dcterms:modified>
</cp:coreProperties>
</file>